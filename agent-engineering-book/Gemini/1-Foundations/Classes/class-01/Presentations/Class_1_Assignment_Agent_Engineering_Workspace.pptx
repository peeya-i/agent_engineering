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 Assignment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</a:rPr>
              <a:t>Set up your Agent Engineering workspace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19385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3E8"/>
                </a:solidFill>
              </a:rPr>
              <a:t>Fork → Clone → Open in Antigravity → Create work folder → Commit → Push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5897880" cy="50292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https://github.com/sensei-ji/agent_engineering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0" y="658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Required output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0" y="1234440"/>
            <a:ext cx="3337560" cy="18288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my-work/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class-01/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└── README.md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0" y="3456432"/>
            <a:ext cx="3337560" cy="73152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Important: folder name is lowercase my-work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8155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</a:rPr>
              <a:t>Pass condition: the README is visible in the student’s GitHub fork and tied to a valid commit.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assignment proves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554480" cy="320040"/>
          </a:xfrm>
          <a:prstGeom prst="rect">
            <a:avLst/>
          </a:prstGeom>
          <a:solidFill>
            <a:srgbClr val="E8F0FE"/>
          </a:solidFill>
          <a:ln>
            <a:solidFill>
              <a:srgbClr val="E8F0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</a:rPr>
              <a:t>GitHub fork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417320"/>
            <a:ext cx="1554480" cy="320040"/>
          </a:xfrm>
          <a:prstGeom prst="rect">
            <a:avLst/>
          </a:prstGeom>
          <a:solidFill>
            <a:srgbClr val="E6F4EA"/>
          </a:solidFill>
          <a:ln>
            <a:solidFill>
              <a:srgbClr val="E6F4E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</a:rPr>
              <a:t>Local clone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417320"/>
            <a:ext cx="1828800" cy="320040"/>
          </a:xfrm>
          <a:prstGeom prst="rect">
            <a:avLst/>
          </a:prstGeom>
          <a:solidFill>
            <a:srgbClr val="FEF7E0"/>
          </a:solidFill>
          <a:ln>
            <a:solidFill>
              <a:srgbClr val="FEF7E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000"/>
                </a:solidFill>
              </a:rPr>
              <a:t>Antigravity 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1828800" cy="320040"/>
          </a:xfrm>
          <a:prstGeom prst="rect">
            <a:avLst/>
          </a:prstGeom>
          <a:solidFill>
            <a:srgbClr val="FCE8E6"/>
          </a:solidFill>
          <a:ln>
            <a:solidFill>
              <a:srgbClr val="FCE8E6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4335"/>
                </a:solidFill>
              </a:rPr>
              <a:t>Workspace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49640" y="1417320"/>
            <a:ext cx="1828800" cy="320040"/>
          </a:xfrm>
          <a:prstGeom prst="rect">
            <a:avLst/>
          </a:prstGeom>
          <a:solidFill>
            <a:srgbClr val="E8F0FE"/>
          </a:solidFill>
          <a:ln>
            <a:solidFill>
              <a:srgbClr val="E8F0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</a:rPr>
              <a:t>Commit + push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9509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124"/>
                </a:solidFill>
              </a:rPr>
              <a:t>The first assignment is intentionally simple, but it is a hard gate: every learner must prove that their development workflow is ready before building agents.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4440" y="3657600"/>
            <a:ext cx="8869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F6368"/>
                </a:solidFill>
              </a:rPr>
              <a:t>By the end, each student has a personal GitHub fork, a local project opened in Antigravity, and a committed README under the correct course workspace path.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46120" y="4892040"/>
            <a:ext cx="5715000" cy="64008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No local-only submissions. The instructor checks GitHub.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993392" cy="1234440"/>
          </a:xfrm>
          <a:prstGeom prst="rect">
            <a:avLst/>
          </a:prstGeom>
          <a:solidFill>
            <a:srgbClr val="E8F0FE">
              <a:alpha val="85000"/>
            </a:srgbClr>
          </a:solidFill>
          <a:ln>
            <a:solidFill>
              <a:srgbClr val="E8F0F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73E8"/>
                </a:solidFill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</a:rPr>
              <a:t>Fork
</a:t>
            </a:r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</a:rPr>
              <a:t>Create your own copy on GitHub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78608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16352" y="1481328"/>
            <a:ext cx="1993392" cy="1234440"/>
          </a:xfrm>
          <a:prstGeom prst="rect">
            <a:avLst/>
          </a:prstGeom>
          <a:solidFill>
            <a:srgbClr val="E6F4EA">
              <a:alpha val="85000"/>
            </a:srgbClr>
          </a:solidFill>
          <a:ln>
            <a:solidFill>
              <a:srgbClr val="E6F4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A853"/>
                </a:solidFill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</a:rPr>
              <a:t>Clone
</a:t>
            </a:r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</a:rPr>
              <a:t>Download your fork locally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84064" y="1481328"/>
            <a:ext cx="1993392" cy="1234440"/>
          </a:xfrm>
          <a:prstGeom prst="rect">
            <a:avLst/>
          </a:prstGeom>
          <a:solidFill>
            <a:srgbClr val="FEF7E0">
              <a:alpha val="85000"/>
            </a:srgbClr>
          </a:solidFill>
          <a:ln>
            <a:solidFill>
              <a:srgbClr val="FEF7E0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9AA000"/>
                </a:solidFill>
              </a:rPr>
              <a:t>3  </a:t>
            </a:r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</a:rPr>
              <a:t>Open
</a:t>
            </a:r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</a:rPr>
              <a:t>Use Antigravity IDE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14032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51776" y="1481328"/>
            <a:ext cx="1993392" cy="1234440"/>
          </a:xfrm>
          <a:prstGeom prst="rect">
            <a:avLst/>
          </a:prstGeom>
          <a:solidFill>
            <a:srgbClr val="FCE8E6">
              <a:alpha val="85000"/>
            </a:srgbClr>
          </a:solidFill>
          <a:ln>
            <a:solidFill>
              <a:srgbClr val="FCE8E6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A4335"/>
                </a:solidFill>
              </a:rPr>
              <a:t>4  </a:t>
            </a:r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</a:rPr>
              <a:t>Create
</a:t>
            </a:r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</a:rPr>
              <a:t>Add my-work/class-01/README.md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81744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636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19488" y="1481328"/>
            <a:ext cx="1993392" cy="1234440"/>
          </a:xfrm>
          <a:prstGeom prst="rect">
            <a:avLst/>
          </a:prstGeom>
          <a:solidFill>
            <a:srgbClr val="E8F0FE">
              <a:alpha val="85000"/>
            </a:srgbClr>
          </a:solidFill>
          <a:ln>
            <a:solidFill>
              <a:srgbClr val="E8F0FE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73E8"/>
                </a:solidFill>
              </a:rPr>
              <a:t>5  </a:t>
            </a:r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</a:rPr>
              <a:t>Publish
</a:t>
            </a:r>
            <a:pPr indent="0" marL="0">
              <a:buNone/>
            </a:pPr>
            <a:r>
              <a:rPr lang="en-US" sz="1250" dirty="0">
                <a:solidFill>
                  <a:srgbClr val="5F6368"/>
                </a:solidFill>
              </a:rPr>
              <a:t>Commit and push back to GitHub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4434840" cy="100584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 visible file: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my-work/class-01/README.md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172200" y="3840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This path is case-sensitive in the assignment. Use lowercase my-work.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4617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F6368"/>
                </a:solidFill>
              </a:rPr>
              <a:t>The folder name is not My-Work, my_work, or mywork.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Fork the course repository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937760" cy="13716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repository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https://github.com/sensei-ji/agent_engineering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46520" y="14813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</a:rPr>
              <a:t>Students must fork the instructor repository into their own GitHub account.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</a:rPr>
              <a:t>The fork URL should look like this: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944368"/>
            <a:ext cx="4663440" cy="59436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7548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Do not edit the instructor repository directly.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544568"/>
            <a:ext cx="47548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718304"/>
            <a:ext cx="52120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Fork first, then work only inside the student fork.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5102352"/>
            <a:ext cx="52120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276088"/>
            <a:ext cx="4846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name remains agent_engineering.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5660136"/>
            <a:ext cx="48463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736592"/>
            <a:ext cx="4480560" cy="82296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Instructor check: submitted repo is a fork of sensei-ji/agent_engineering.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Clone the fork locally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5943600" cy="146304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clone https://github.com/&lt;student-username&gt;/agent_engineering.git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 agent_engineering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status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609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</a:rPr>
              <a:t>What this proves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6092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Git is installed and working.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2487168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660904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The student can reach GitHub.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60920" y="3044952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3218688"/>
            <a:ext cx="3931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The local directory is a real Git repo.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60920" y="3602736"/>
            <a:ext cx="39319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5394960" cy="658368"/>
          </a:xfrm>
          <a:prstGeom prst="rect">
            <a:avLst/>
          </a:prstGeom>
          <a:solidFill>
            <a:srgbClr val="FEF7E0"/>
          </a:solidFill>
          <a:ln>
            <a:solidFill>
              <a:srgbClr val="FEF7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Clone the student fork, not the instructor repo.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</a:rPr>
              <a:t>Expected local folder: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60920" y="5029200"/>
            <a:ext cx="3017520" cy="4572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Open in Antigravity IDE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</a:rPr>
              <a:t>Open the cloned repository root in Antigravity.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206240" cy="123444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 folder: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005072"/>
            <a:ext cx="5303520" cy="77724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Do not open only README.md or only my-work. Open the repository root.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011680"/>
            <a:ext cx="4343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F6368"/>
                </a:solidFill>
              </a:rPr>
              <a:t>In the file explorer, students should see the full project tree and be able to create folders at the root level.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root is visible.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9400" y="4178808"/>
            <a:ext cx="3657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4352544"/>
            <a:ext cx="3657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Terminal starts inside the repo.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4736592"/>
            <a:ext cx="3657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910328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Git commands work from the IDE.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400" y="5294376"/>
            <a:ext cx="38404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— Create the required workspace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4023360" cy="201168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agent_engineering/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my-work/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└── class-01/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└── README.md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2356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124"/>
                </a:solidFill>
              </a:rPr>
              <a:t>Exact naming matters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23560" y="2148840"/>
            <a:ext cx="3840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my-work is lowercase.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23560" y="2532888"/>
            <a:ext cx="38404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2706624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class-01 is lowercase with a leading zero.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23560" y="3090672"/>
            <a:ext cx="45720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3264408"/>
            <a:ext cx="41148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README.md uses uppercase README.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23560" y="3648456"/>
            <a:ext cx="41148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822192"/>
            <a:ext cx="4800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The file is inside class-01, not the repository root.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23560" y="4206240"/>
            <a:ext cx="4800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5010912"/>
            <a:ext cx="8001000" cy="658368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Correct path: my-work/class-01/README.md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— Complete the README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53312"/>
            <a:ext cx="5486400" cy="470916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Class 1 Assignment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Student Information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Name: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GitHub username: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Date completed: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Workspace Setup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Forked the repo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Cloned my fork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Opened it in Antigravity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Created my-work/class-01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Committed and pushed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What I Learned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Write a short reflection.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Challenges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Describe what you fixed or learned.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9037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124"/>
                </a:solidFill>
              </a:rPr>
              <a:t>Minimum content required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03720" y="2139696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Student name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03720" y="2523744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GitHub username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720" y="3081528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255264"/>
            <a:ext cx="3657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Workspace checklist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03720" y="3639312"/>
            <a:ext cx="36576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3813048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Short reflection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3720" y="4197096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4370832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Challenges section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03720" y="4754880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5257800"/>
            <a:ext cx="3520440" cy="658368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The README must not be empty.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 — Commit and push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6126480" cy="182880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status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add my-work/class-01/README.md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commit -m "Complete Class 1 assignment"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 push origin main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124"/>
                </a:solidFill>
              </a:rPr>
              <a:t>Before pushing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8080" y="2121408"/>
            <a:ext cx="30175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Check the file path.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2505456"/>
            <a:ext cx="30175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679192"/>
            <a:ext cx="3383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Check the README content.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3063240"/>
            <a:ext cx="338328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3236976"/>
            <a:ext cx="3474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Check the commit message.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3621024"/>
            <a:ext cx="347472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15968"/>
            <a:ext cx="4892040" cy="1170432"/>
          </a:xfrm>
          <a:prstGeom prst="rect">
            <a:avLst/>
          </a:prstGeom>
          <a:solidFill>
            <a:srgbClr val="FEF7E0"/>
          </a:solidFill>
          <a:ln>
            <a:solidFill>
              <a:srgbClr val="FEF7E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If the branch is not main, run: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git branch --show-current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git push origin &lt;branch-name&gt;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4370832"/>
            <a:ext cx="4480560" cy="914400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Instructor check: the GitHub fork shows a commit containing my-work/class-01/README.md.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submit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</a:rPr>
              <a:t>Submit three GitHub links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6583680" cy="3337560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Forked repository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Class 1 README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https://github.com/&lt;student-username&gt;/agent_engineering/blob/main/my-work/class-01/README.md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Commit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https://github.com/&lt;student-username&gt;/agent_engineering/commit/&lt;commit-id&gt;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2148840"/>
            <a:ext cx="2926080" cy="877824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No screenshot-only submissions. The links must be accessible.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0" y="3749040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link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55280" y="4133088"/>
            <a:ext cx="283464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4306824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 file link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4690872"/>
            <a:ext cx="283464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4864608"/>
            <a:ext cx="2834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Commit link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5248656"/>
            <a:ext cx="283464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ASSIGNMENT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validation checklist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115568"/>
            <a:ext cx="11064240" cy="0"/>
          </a:xfrm>
          <a:prstGeom prst="line">
            <a:avLst/>
          </a:prstGeom>
          <a:noFill/>
          <a:ln w="889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Fork is from sensei-ji/agent_engineering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7627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Fork belongs to the student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0779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was cloned locally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3931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Repository was opened in Antigravity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7083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my-work directory exists at repo root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class-01 exists under my-work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17627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README.md exists under class-01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032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0779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 includes name and GitHub username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63931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README includes reflection and challenges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402336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370832"/>
            <a:ext cx="50292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2124"/>
                </a:solidFill>
              </a:rPr>
              <a:t>✓  Commit was pushed to the student fork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754880"/>
            <a:ext cx="5029200" cy="0"/>
          </a:xfrm>
          <a:prstGeom prst="line">
            <a:avLst/>
          </a:prstGeom>
          <a:noFill/>
          <a:ln w="6350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5532120"/>
            <a:ext cx="8183880" cy="658368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Pass condition: my-work/class-01/README.md is visible on GitHub and tied to a valid commit.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68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 Completion Gate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14400" y="16276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</a:rPr>
              <a:t>The learner is ready to build when this file exists in their GitHub fork: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5669280" cy="621792"/>
          </a:xfrm>
          <a:prstGeom prst="rect">
            <a:avLst/>
          </a:prstGeom>
          <a:solidFill>
            <a:srgbClr val="F1F3F4"/>
          </a:solidFill>
          <a:ln>
            <a:solidFill>
              <a:srgbClr val="DADCE0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0212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my-work/class-01/README.md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7307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This confirms the minimum working loop: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793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73E8"/>
                </a:solidFill>
              </a:rPr>
              <a:t>GitHub → Local clone → Antigravity → File creation → Git commit → GitHub push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3383280" cy="749808"/>
          </a:xfrm>
          <a:prstGeom prst="rect">
            <a:avLst/>
          </a:prstGeom>
          <a:solidFill>
            <a:srgbClr val="E8F0FE"/>
          </a:solidFill>
          <a:ln>
            <a:solidFill>
              <a:srgbClr val="E8F0FE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</a:rPr>
              <a:t>Build agents only after the workflow is proven.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</a:rPr>
              <a:t>Agent Engineering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28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36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Agent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Assignment — Agent Engineering Workspace Setup</dc:title>
  <dc:subject>Class 1 Assignment — Agent Engineering Workspace Setup</dc:subject>
  <dc:creator>SenseiG</dc:creator>
  <cp:lastModifiedBy>SenseiG</cp:lastModifiedBy>
  <cp:revision>1</cp:revision>
  <dcterms:created xsi:type="dcterms:W3CDTF">2026-08-04T00:47:18Z</dcterms:created>
  <dcterms:modified xsi:type="dcterms:W3CDTF">2026-08-04T00:47:18Z</dcterms:modified>
</cp:coreProperties>
</file>