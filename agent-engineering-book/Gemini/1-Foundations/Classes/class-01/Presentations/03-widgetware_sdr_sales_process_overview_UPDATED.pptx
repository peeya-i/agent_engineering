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the sales development domain. It does not explain the agent architecture or the Antigravity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SDR and the B2B Sales Process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A business-domain overview for building WidgetWare SDR with Antigravity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66116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Lead / Account intake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48712" y="2788920"/>
            <a:ext cx="1661160" cy="100584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3024" y="2788920"/>
            <a:ext cx="1661160" cy="10058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Qualification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17336" y="2788920"/>
            <a:ext cx="166116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Buyer hypothesis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51648" y="2788920"/>
            <a:ext cx="166116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Outreach draft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85960" y="2788920"/>
            <a:ext cx="166116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Human approval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an SDR Do?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Sales Development Representatives create qualified pipeline by preparing accounts for sales.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172B4D"/>
                </a:solidFill>
              </a:rPr>
              <a:t>Identify and prioritize target accounts</a:t>
            </a:r>
            <a:endParaRPr lang="en-US" sz="1300" dirty="0"/>
          </a:p>
          <a:p>
            <a:r>
              <a:rPr lang="en-US" sz="1300" dirty="0">
                <a:solidFill>
                  <a:srgbClr val="172B4D"/>
                </a:solidFill>
              </a:rPr>
              <a:t>Research companies, signals, and likely buyers</a:t>
            </a:r>
            <a:endParaRPr lang="en-US" sz="1300" dirty="0"/>
          </a:p>
          <a:p>
            <a:r>
              <a:rPr lang="en-US" sz="1300" dirty="0">
                <a:solidFill>
                  <a:srgbClr val="172B4D"/>
                </a:solidFill>
              </a:rPr>
              <a:t>Assess fit, timing, and next-best action</a:t>
            </a:r>
            <a:endParaRPr lang="en-US" sz="1300" dirty="0"/>
          </a:p>
          <a:p>
            <a:r>
              <a:rPr lang="en-US" sz="1300" dirty="0">
                <a:solidFill>
                  <a:srgbClr val="172B4D"/>
                </a:solidFill>
              </a:rPr>
              <a:t>Prepare tailored outreach and handoff-ready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737360"/>
            <a:ext cx="4892040" cy="114300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Not the closer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The SDR does not close the deal. The SDR prepares a high-quality opportunity for the next sales step.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737360"/>
            <a:ext cx="64008" cy="114300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3246120"/>
            <a:ext cx="4892040" cy="15087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Typical outputs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Qualified meeting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Clean account notes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Buyer hypothesis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Approved outreach draft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3246120"/>
            <a:ext cx="64008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B2B Sales Lifecycle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SDR work sits between demand generation and account-executive motion.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1351026" cy="9601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1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Awareness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981962" y="1874520"/>
            <a:ext cx="1351026" cy="9601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2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Lead capture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369564" y="1874520"/>
            <a:ext cx="1351026" cy="9601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3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SDR qualification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757166" y="1874520"/>
            <a:ext cx="1351026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4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Discovery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144768" y="1874520"/>
            <a:ext cx="1351026" cy="96012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5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Solution fit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532370" y="1874520"/>
            <a:ext cx="1351026" cy="9601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6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Proposal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19972" y="1874520"/>
            <a:ext cx="1351026" cy="9601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7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Close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0307574" y="1874520"/>
            <a:ext cx="1351026" cy="9601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8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Onboard + success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4023360"/>
            <a:ext cx="5029200" cy="10515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SDR contribution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Convert raw demand into qualified momentum and clean context.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4023360"/>
            <a:ext cx="64008" cy="105156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023360"/>
            <a:ext cx="5029200" cy="10515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Sales contribution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Own discovery, solution fit, proposal, negotiation, and close.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023360"/>
            <a:ext cx="64008" cy="105156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Does What in the Revenue Journey?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SDR is a bridge between market demand and the sales team.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3306470" cy="585216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20870" y="1463040"/>
            <a:ext cx="7026250" cy="585216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Primary responsibility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048256"/>
            <a:ext cx="330647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Marketing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20870" y="2048256"/>
            <a:ext cx="702625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Generate demand and capture inbound leads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33472"/>
            <a:ext cx="3306470" cy="585216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SDR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20870" y="2633472"/>
            <a:ext cx="7026250" cy="585216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Research, qualify, and prepare outreach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218688"/>
            <a:ext cx="330647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Account Executive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20870" y="3218688"/>
            <a:ext cx="702625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Run discovery and close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03904"/>
            <a:ext cx="3306470" cy="585216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Customer Success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0870" y="3803904"/>
            <a:ext cx="7026250" cy="585216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Onboard, adopt, expand, retain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4846320"/>
            <a:ext cx="932688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WidgetWare SDR focuses on the transition from demand to qualified opportunity.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Inbound vs Outbound SDR 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Both create pipeline, but they start from different signals and operating rhythms.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257800" cy="28803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Inbound SDR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Responds to demo requests and form fills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Follows up on webinar or content engagement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Moves quickly on existing intent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Clarifies need and readiness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64008" cy="288036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08760"/>
            <a:ext cx="5257800" cy="28803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Outbound SDR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Builds target account lists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Researches companies and likely buyers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Creates a problem/value hypothesis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Starts proactive outreach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64008" cy="288036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892040"/>
            <a:ext cx="886968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Shared capabilities: research, qualification, prioritization, messaging.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Ideal Customer Profile and Target Account Fit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ICP defines which accounts deserve time, priority, and personalization.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892040" cy="274320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Fit dimensions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Industry / segment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Company size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Geography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Technology environment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Business need / trigger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64008" cy="274320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08760"/>
            <a:ext cx="4892040" cy="27432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Qualification questions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Does the company match the profile?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Is there evidence of a relevant pain?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Is there a plausible use case?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Are timing or buying signals present?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64008" cy="27432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846320"/>
            <a:ext cx="987552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Fit is not the same as readiness — a good account may still be low priority today.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Must Be Grounded in Evidence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Strong SDR work distinguishes verified fact, inference, unknown, and conflict.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79832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1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Company website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2474976" y="1737360"/>
            <a:ext cx="1798320" cy="100584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2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News / press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309872" y="1737360"/>
            <a:ext cx="1798320" cy="10058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3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Job postings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144768" y="1737360"/>
            <a:ext cx="17983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4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Technology signals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979664" y="1737360"/>
            <a:ext cx="179832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5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Analyst / market sources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814560" y="1737360"/>
            <a:ext cx="179832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6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</a:rPr>
              <a:t>Evidence ledger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143000" y="3337560"/>
            <a:ext cx="3160166" cy="402336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Classification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03166" y="3337560"/>
            <a:ext cx="6715354" cy="402336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Meaning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3739896"/>
            <a:ext cx="3160166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Verified fact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03166" y="3739896"/>
            <a:ext cx="671535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Directly supported by source evidence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3000" y="4142232"/>
            <a:ext cx="3160166" cy="402336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Model inference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03166" y="4142232"/>
            <a:ext cx="6715354" cy="402336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Reasoned conclusion, not a fact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" y="4544568"/>
            <a:ext cx="3160166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Unknown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03166" y="4544568"/>
            <a:ext cx="671535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No reliable evidence yet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946904"/>
            <a:ext cx="3160166" cy="402336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Conflicting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03166" y="4946904"/>
            <a:ext cx="6715354" cy="402336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Sources disagree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5577840"/>
            <a:ext cx="8549640" cy="41148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Never present a model inference as a verified fact.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the Likely Buyer and Stakeholders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first contact is rarely the only decision-maker.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989734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1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Champion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2977286" y="1828800"/>
            <a:ext cx="1989734" cy="100584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2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Economic buyer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5040173" y="1828800"/>
            <a:ext cx="1989734" cy="10058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3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Technical evaluator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103059" y="1828800"/>
            <a:ext cx="1989734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4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Procurement / legal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9165946" y="1828800"/>
            <a:ext cx="1989734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5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End user team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5029200" cy="11887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Buyer hypothesis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Who owns the pain? Who can sponsor change? Who might block or influence the deal?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886200"/>
            <a:ext cx="6400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886200"/>
            <a:ext cx="5029200" cy="11887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WidgetWare examples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VP Sales Operations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Revenue Operations Leader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Enablement Director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IT stakeholder for integration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886200"/>
            <a:ext cx="64008" cy="118872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Outreach Is Prepared, Not Auto-Sent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Book 1 ends at a human-approved draft and approval package.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303520" cy="29260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What makes outreach effective?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Relevant to the account and buyer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Anchored in evidence or a credible trigger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Clear value hypothesis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Short, readable, and specific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Simple call to 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64008" cy="292608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874166" cy="8686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Draft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93838" y="1737360"/>
            <a:ext cx="874166" cy="86868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Review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95437" y="1737360"/>
            <a:ext cx="874166" cy="8686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Edit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97035" y="1737360"/>
            <a:ext cx="874166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Approve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98634" y="1737360"/>
            <a:ext cx="874166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Send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5029200"/>
            <a:ext cx="877824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No autonomous delivery, posting, or CRM side effects in Book 1.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WidgetWare Business Facts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case study gives us a stable business frame for every build.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5120640" cy="10972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WidgetWare sells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Software that helps manufacturing and industrial-automation companies modernize plant operations.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64008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463040"/>
            <a:ext cx="5120640" cy="23774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Target account fit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Manufacturing or industrial automation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Relevant company scale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Plant operations modernization need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Evidence of change, pain, or timing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64008" cy="2377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5120640" cy="150876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System boundary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Research, qualify, draft, and request approval. Do not invent facts, send messages, or modify CRM without approval.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64008" cy="150876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This stable brief prevents ICP drift as the course moves into code and configuration.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 Scenarios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first scenarios make success and failure concrete before the agent exists.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29000" cy="24688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Qualifying account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Matches ICP and shows credible modernization or operations signals.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Expected: QUALIFIED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64008" cy="246888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54480"/>
            <a:ext cx="3429000" cy="246888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Disqualifying account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Wrong industry, too small, or explicitly excluded.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Expected: NOT_QUALIFIED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64008" cy="246888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554480"/>
            <a:ext cx="3429000" cy="24688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Ambiguous account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Plausible fit but lacks one decisive piece of evidence.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Expected: NEEDS_RESEARCH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64008" cy="246888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892040"/>
            <a:ext cx="982980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Scenarios prevent “looks good” from becoming the definition of success.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 Sales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WidgetWare SDR Fits Agent Engineering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business process combines reasoning, deterministic controls, and human judgment.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528354" cy="10515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1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Account intake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2214154" y="1828800"/>
            <a:ext cx="1528354" cy="10515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2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Research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3788229" y="1828800"/>
            <a:ext cx="1528354" cy="10515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3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Evidence review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5362303" y="1828800"/>
            <a:ext cx="1528354" cy="105156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4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Qualification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936377" y="1828800"/>
            <a:ext cx="1528354" cy="105156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5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Buyer hypothesis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8510451" y="1828800"/>
            <a:ext cx="1528354" cy="10515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6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Outreach draft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10084526" y="1828800"/>
            <a:ext cx="1528354" cy="10515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7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</a:rPr>
              <a:t>Approval package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3337560" cy="11430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Model reasoning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Interpret signals, compare evidence, draft messages.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886200"/>
            <a:ext cx="64008" cy="11430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886200"/>
            <a:ext cx="3337560" cy="114300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Deterministic software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Validate schemas, enforce policies, manage state.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3886200"/>
            <a:ext cx="64008" cy="114300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886200"/>
            <a:ext cx="3337560" cy="114300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Human approval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Review, edit, and authorize external action.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886200"/>
            <a:ext cx="64008" cy="114300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CloudKarya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WidgetWare SDR Sales Process Overview</dc:title>
  <dc:subject>WidgetWare SDR Sales Process Overview</dc:subject>
  <dc:creator>CloudKarya</dc:creator>
  <cp:lastModifiedBy>CloudKarya</cp:lastModifiedBy>
  <cp:revision>1</cp:revision>
  <dcterms:created xsi:type="dcterms:W3CDTF">2026-08-01T01:23:58Z</dcterms:created>
  <dcterms:modified xsi:type="dcterms:W3CDTF">2026-08-01T01:23:58Z</dcterms:modified>
</cp:coreProperties>
</file>